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2EF3-16B6-ECA3-A3AF-75FBEF4ED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7AFA8D-2DB6-9784-F7A3-17D2EB479A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A68C-A990-CEA0-6882-9BD75868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CF9F83-9348-7A24-6F13-26C6A8E1C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CE6DF6-B5E3-B26F-E506-BBE72236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964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1DBA7-00FD-06F7-E8D0-B972E39C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139186-C8AC-D835-5CBE-CA45ABE45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362E1A1-8B63-E7B9-C475-029683C88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F4EF3-4930-59E4-4701-6CDA5F0C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657939-C2C8-8F9C-D0F7-E9A2232DF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6521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873D52-AA48-699B-3A6A-F5A2C4A79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13040B-E731-3571-D982-F7796B014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D326A5-FA8E-BC21-FB71-6A08F51B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76E2115-A8F4-23B2-F2BF-5D2DB7B58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5F2F71-B1BA-386A-B810-A206C2B1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82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A9268-B764-6B94-01E7-D240375F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21B4C1-68C7-33EC-2E8C-FB7635153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533DE20-361A-0380-4AE2-47B787196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4675CEA-28F9-6B44-8A5F-86CEACB1F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28FE08-B857-C070-EDE0-880CB33C8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585FDD-AF36-D086-CAE0-D26623E14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6521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DAD28-8D08-79E3-224A-63484432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124859-1743-F9EE-0D96-BA2F2F162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663A38-BE9B-E42D-3B75-B266CE407C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9E82207-6FC1-B722-98E4-273B6BEA4D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977B367-55F7-EC73-F75C-AFC5D3C6D6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B081870-C1DC-643C-038A-D8405DA4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531903-DEAD-F9D7-1990-06B95CABD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75A0B8F-6664-F99D-A836-D2129D2A3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353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2743F-7F6F-C813-17A6-27624A2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F6F907F-1B0A-532D-20A0-0279773EF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D252DE3-2195-C71A-5C5E-1F9F1240A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A7A6EBD-1F87-1D05-FF2A-8D2658909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4665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FAEDCED-2E4A-9369-F4B1-27E0AF3E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4661682-294D-3478-EF34-A5031C64A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3620EB-24BD-FB0E-332C-E2EF3A9E1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9835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5B4FE8-5481-8B66-1BFD-0238FA1A8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5BADAD-FBE7-1536-72E0-BD2EA37B2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902F87E-A779-08F4-53E0-1C3B70AFA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39B75A-3843-B087-E703-54E5CBBCA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20F85B-8B9D-2BCC-FB81-8D8CCAB82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D9C508-D4E9-F3C3-F685-55C65429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3400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F6B6D-40E8-F98C-DBB6-65DF0BBEF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2DABC06-462A-395A-F38E-5ACF21FC49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9553D4-805D-6211-8E56-7E555CEBE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0F725E-B85A-209C-99C1-48055BD5B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3AAAD12-5AB9-DAF6-9398-EC6853AB3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DF2AC6-394E-988F-A1FB-0F20CA00B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92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4107EE-B424-749C-E829-29003CE48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78999F-05AD-0BAA-62F3-535B16533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60669A-476F-3186-E500-A5FCC950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5DFF01-1091-ECFC-AAFE-3A048799D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FBBCD2-4EE0-4C32-0A37-C20C6B203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9778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D8FBC69-21D8-B2C8-AA09-F7CA17140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FA24CCD-1AB8-40B2-CEBD-7D94D7CF4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20935F-0C8C-A454-6907-D714E4E91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FE6EC2-7AC9-C208-0A74-1E23F19C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06F355-76AF-EE20-FE43-90A7BC82F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0110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B4D3B83-4494-8ADD-5DE8-D9BCEBAAD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7069BD0-FEAB-678D-D9A1-57DE7A58C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12487F-A065-3E45-F193-1D5FB784C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48D05-53D2-4059-BDB2-2460F3682A54}" type="datetimeFigureOut">
              <a:rPr lang="es-ES" smtClean="0"/>
              <a:t>04/01/2026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2C32DB-78BE-67BA-C88D-E6C5A7FA9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92DA27-1367-3BE2-D2A7-5EDF7F934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2349C2-3036-43C3-B0B0-20BDB417DC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4945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79ED2377-0915-3226-FD4F-55D70CA04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63" y="-4763"/>
            <a:ext cx="12192000" cy="6858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D4EA606-84F5-3010-7735-547E0B69C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237" y="3424237"/>
            <a:ext cx="9525" cy="952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7FBED7C0-8321-D507-9294-8FCF33206981}"/>
              </a:ext>
            </a:extLst>
          </p:cNvPr>
          <p:cNvSpPr txBox="1"/>
          <p:nvPr/>
        </p:nvSpPr>
        <p:spPr>
          <a:xfrm>
            <a:off x="7229756" y="728043"/>
            <a:ext cx="4957482" cy="369332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Oferta turística vs precios de vivienda en Madrid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E3C78B9-2FE9-6413-3DDC-FD1CF83E0CD2}"/>
              </a:ext>
            </a:extLst>
          </p:cNvPr>
          <p:cNvSpPr txBox="1"/>
          <p:nvPr/>
        </p:nvSpPr>
        <p:spPr>
          <a:xfrm>
            <a:off x="7229755" y="1097375"/>
            <a:ext cx="4742329" cy="144655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Participantes: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Nazareth Montero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Javier Pascual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Román Diaz</a:t>
            </a:r>
          </a:p>
          <a:p>
            <a:pPr algn="r"/>
            <a:r>
              <a:rPr lang="es-ES" sz="14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Sara Ruiz</a:t>
            </a:r>
          </a:p>
          <a:p>
            <a:pPr marL="285750" indent="-285750">
              <a:buFontTx/>
              <a:buChar char="-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5567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6864F3-8FF1-AC4B-578D-9BD7D9881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A7C3DB-8543-1B04-84EF-B3EC286C8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9666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04D5-1895-728B-C376-482DA91A8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50BB20-8572-E659-110A-C955F442E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05269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18</Words>
  <Application>Microsoft Office PowerPoint</Application>
  <PresentationFormat>Panorámica</PresentationFormat>
  <Paragraphs>6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Ruiz Iniesta</dc:creator>
  <cp:lastModifiedBy>Sara Ruiz Iniesta</cp:lastModifiedBy>
  <cp:revision>4</cp:revision>
  <dcterms:created xsi:type="dcterms:W3CDTF">2026-01-04T18:35:09Z</dcterms:created>
  <dcterms:modified xsi:type="dcterms:W3CDTF">2026-01-04T19:15:50Z</dcterms:modified>
</cp:coreProperties>
</file>